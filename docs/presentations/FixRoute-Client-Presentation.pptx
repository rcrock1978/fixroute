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PM time saved</c:v>
                  </c:pt>
                  <c:pt idx="1">
                    <c:v>Self-serve resolution</c:v>
                  </c:pt>
                  <c:pt idx="2">
                    <c:v>Triage accuracy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98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743200"/>
            <a:ext cx="7315200" cy="73152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0"/>
            <a:ext cx="4572000" cy="45720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77440"/>
            <a:ext cx="548640" cy="54864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Maintenance Triage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Property Management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submission → AI classification → right vendor in under 5 minutes.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triage is broken.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managers spend over 40% of their day reading maintenance requests, routing them by urgency, and coordinating vendor dispatch by phone. The result is slow, error-prone, and doesn't scale.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3566160" cy="21945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749040"/>
            <a:ext cx="35661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40%+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PM's day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triage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3749040"/>
            <a:ext cx="3566160" cy="21945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3749040"/>
            <a:ext cx="35661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3931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60min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297680" y="4937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urgent issues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3749040"/>
            <a:ext cx="3566160" cy="21945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3749040"/>
            <a:ext cx="35661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3931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50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138160" y="4937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mis-routed today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FixRoute does.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Ingests every request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photos, voice — from any device. Tenants get immediate acknowledgment.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22376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classifies &amp; triages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651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urgency, and confidence score in under 5 seconds. Self-serve steps for common issues.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Dispatches the right vendor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572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matching by trade, proximity, availability, rating, and cost. Emergency rotation on no-response.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loop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4572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estimates with PM approval, status updates, spend analytics, and audit trail.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— TENANT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problem to resolution.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2402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606040"/>
            <a:ext cx="594360" cy="594360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photo,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voice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377440"/>
            <a:ext cx="22402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2606040"/>
            <a:ext cx="594360" cy="594360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3886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&lt; 5 sec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22402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57800" y="2606040"/>
            <a:ext cx="594360" cy="594360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3886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simple issues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377440"/>
            <a:ext cx="22402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43800" y="2606040"/>
            <a:ext cx="594360" cy="594360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6640" y="3886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vendor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0" y="2377440"/>
            <a:ext cx="22402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29800" y="2606040"/>
            <a:ext cx="594360" cy="594360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27" name="Text 25"/>
          <p:cNvSpPr/>
          <p:nvPr/>
        </p:nvSpPr>
        <p:spPr>
          <a:xfrm>
            <a:off x="982980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0120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92640" y="3886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79192" y="329184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965192" y="329184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51192" y="329184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537192" y="329184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end-to-end: under 5 minutes for urgent, under 30 minutes for routine.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— PROPERTY MANAGER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on exceptions, not every request.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40233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91440" cy="40233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FixRoute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request manually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vendors to confirm availability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 in spreadsheets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estimates by email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spend reports by hand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486400" cy="40233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103120"/>
            <a:ext cx="91440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FixRoute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pre-classifies every request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vendor matches in seconds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with real-time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estimate approval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spend analytics by trade / property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scale, security, and resilience.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21031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 + Vite + Pinia — responsive web, mobile-ready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8803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 + DRF + OpenAPI — versioned, rate-limited, audited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657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bounded contexts — Intake · Triage · Dispatch · Vendors · Analytics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44348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· Redis · Celery · Azure OpenAI · LangChain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· Row-level security · OAuth 2 / OIDC · End-to-end observability · 7-year retention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mature, enterprise-grade.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5943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 · Django 5 · DRF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Mature, async-capable, large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Vue.js 3 · Vite · Pinia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Reactive, performant, easy onboarding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+ pgvector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+ vector embeddings in one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+ Azure 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Pluggable provider, RAG, agent tooling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 · APNs · FCM ·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 reach with safety guardrails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+ SAS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Photo/voice with lifecycle tiering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Entra ID (OIDC)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SSO, MFA, SCIM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 · Terraform · 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Multi-region DR, reproducible, automated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triages a request.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023360" y="2103120"/>
            <a:ext cx="3840480" cy="640080"/>
          </a:xfrm>
          <a:prstGeom prst="rect">
            <a:avLst/>
          </a:prstGeom>
          <a:solidFill>
            <a:srgbClr val="21295C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2103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submits 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(text, photo, voice)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3360" y="2926080"/>
            <a:ext cx="3840480" cy="640080"/>
          </a:xfrm>
          <a:prstGeom prst="rect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926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embeddings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+ image)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3566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3360" y="3749040"/>
            <a:ext cx="3840480" cy="640080"/>
          </a:xfrm>
          <a:prstGeom prst="rect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3749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(category · urgency · confidence)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4389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3360" y="4572000"/>
            <a:ext cx="3840480" cy="640080"/>
          </a:xfrm>
          <a:prstGeom prst="rect">
            <a:avLst/>
          </a:prstGeom>
          <a:solidFill>
            <a:srgbClr val="F9A03F"/>
          </a:solidFill>
          <a:ln w="19050">
            <a:solidFill>
              <a:srgbClr val="F9A0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4572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threshold?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52120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23360" y="5394960"/>
            <a:ext cx="3840480" cy="640080"/>
          </a:xfrm>
          <a:prstGeom prst="rect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5394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Human dispatcher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Continue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6217920"/>
            <a:ext cx="3840480" cy="64008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6217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steps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dispatch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4572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892040"/>
            <a:ext cx="10058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stay up. Built to recover.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56616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99.95%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56616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194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297680" y="3200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(RTO)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103120"/>
            <a:ext cx="356616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194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15min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38160" y="3200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(RPO)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active-passive deployment on Azure Kubernetes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with cross-region read replica + geo-redundant blob storage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failover drills validate RTO and RPO targets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 on every external dependency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SLO-based alerting before any service serves production traffic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from day one.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566160" cy="18288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73152" cy="182880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isolation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carries a tenant_id. PostgreSQL row-level security + application-layer enforcement.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566160" cy="18288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2103120"/>
            <a:ext cx="73152" cy="182880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OIDC/OAuth2 via Microsoft Entra ID. Role-based access for tenant, vendor, coordinator, PM.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66160" cy="18288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2103120"/>
            <a:ext cx="73152" cy="182880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retention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records kept 7 years (landlord-tenant + tax). Erasure requests honored within 30 days.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3566160" cy="18288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114800"/>
            <a:ext cx="73152" cy="182880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safety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inputs and outputs pass through guardrails: prompt-injection, PII redaction, output moderation.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4114800"/>
            <a:ext cx="3566160" cy="18288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0" y="4114800"/>
            <a:ext cx="73152" cy="182880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transit. Encrypted at rest in Postgres and Blob Storage. Short-lived SAS tokens for media.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566160" cy="18288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4114800"/>
            <a:ext cx="73152" cy="182880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4709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logged with actor, timestamp, and before/after. SOC 2 Type II ready.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success looks like.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103120"/>
            <a:ext cx="4023360" cy="41148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targets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23544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first token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23544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troubleshooting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5min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2354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dispatch decision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63840" y="4663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30min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23544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dispatch decision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63840" y="5303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200ms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23544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read p95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going next.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0" cy="3840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331720"/>
            <a:ext cx="274320" cy="274320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launch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vertical slice live — intake, AI triage, dispatch, estimates, analytics.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4440" y="324612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mobile apps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Android apps for tenants. Push-first experience.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4440" y="416052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PMS integration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AppFolio + Buildium connectors for tenant roster and unit sync.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34440" y="507492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5303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from photos. Severity scoring.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34440" y="598932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5852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6172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maintenance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0480" y="6217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over historical work orders. Pre-emptive vendor scheduling.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start.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5661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35661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program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10-property, 90-day pilot. We deploy, integrate with your existing PMS, and measure time-to-dispatch improvement.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5661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103120"/>
            <a:ext cx="35661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deep-dive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with your CTO and security team. Walk through the spec, constitution, and SOC 2 controls.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5661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103120"/>
            <a:ext cx="35661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partner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Co-build a custom feature for your portfolio. Lock in founding-customer pricing and influence the roadmap.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hello@fixroute.example.com  ·  fixroute.example.com  ·  +1 (555) 123-4567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37160" cy="13716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FixRoute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86000"/>
            <a:ext cx="548640" cy="54864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23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future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property operations.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welcome.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FixRoute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FixRoute — AI-Powered Maintenance Triage</dc:title>
  <dc:subject>PptxGenJS Presentation</dc:subject>
  <dc:creator>FixRoute Engineering</dc:creator>
  <cp:lastModifiedBy>FixRoute Engineering</cp:lastModifiedBy>
  <cp:revision>1</cp:revision>
  <dcterms:created xsi:type="dcterms:W3CDTF">2026-07-03T17:01:20Z</dcterms:created>
  <dcterms:modified xsi:type="dcterms:W3CDTF">2026-07-03T17:01:20Z</dcterms:modified>
</cp:coreProperties>
</file>